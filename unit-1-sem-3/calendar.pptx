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9" r:id="rId2"/>
    <p:sldId id="257" r:id="rId3"/>
    <p:sldId id="258" r:id="rId4"/>
  </p:sldIdLst>
  <p:sldSz cx="24384000" cy="13716000"/>
  <p:notesSz cx="7104063" cy="102346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3175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98" y="9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</p:spPr>
        <p:txBody>
          <a:bodyPr lIns="99075" tIns="49538" rIns="99075" bIns="49538"/>
          <a:lstStyle/>
          <a:p>
            <a:endParaRPr/>
          </a:p>
        </p:txBody>
      </p:sp>
      <p:sp>
        <p:nvSpPr>
          <p:cNvPr id="158" name="Shape 158"/>
          <p:cNvSpPr>
            <a:spLocks noGrp="1"/>
          </p:cNvSpPr>
          <p:nvPr>
            <p:ph type="body" sz="quarter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</p:spPr>
        <p:txBody>
          <a:bodyPr lIns="99075" tIns="49538" rIns="99075" bIns="49538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4486" y="8440620"/>
            <a:ext cx="6951764" cy="201545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136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8716118" y="5502829"/>
            <a:ext cx="6951764" cy="1470720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defTabSz="2438339">
              <a:lnSpc>
                <a:spcPct val="80000"/>
              </a:lnSpc>
              <a:defRPr sz="11400" b="1" spc="-228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4487" y="6973548"/>
            <a:ext cx="6951763" cy="602755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0"/>
              </a:spcBef>
              <a:buSzTx/>
              <a:buNone/>
              <a:defRPr sz="5400" b="1"/>
            </a:lvl1pPr>
            <a:lvl2pPr marL="0" indent="457200" defTabSz="825500">
              <a:spcBef>
                <a:spcPts val="0"/>
              </a:spcBef>
              <a:buSzTx/>
              <a:buNone/>
              <a:defRPr sz="5400" b="1"/>
            </a:lvl2pPr>
            <a:lvl3pPr marL="0" indent="914400" defTabSz="825500">
              <a:spcBef>
                <a:spcPts val="0"/>
              </a:spcBef>
              <a:buSzTx/>
              <a:buNone/>
              <a:defRPr sz="5400" b="1"/>
            </a:lvl3pPr>
            <a:lvl4pPr marL="0" indent="1371600" defTabSz="825500">
              <a:spcBef>
                <a:spcPts val="0"/>
              </a:spcBef>
              <a:buSzTx/>
              <a:buNone/>
              <a:defRPr sz="5400" b="1"/>
            </a:lvl4pPr>
            <a:lvl5pPr marL="0" indent="1828800" defTabSz="825500">
              <a:spcBef>
                <a:spcPts val="0"/>
              </a:spcBef>
              <a:buSzTx/>
              <a:buNone/>
              <a:defRPr sz="54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>
            <a:spLocks noGrp="1"/>
          </p:cNvSpPr>
          <p:nvPr>
            <p:ph type="pic" sz="quarter" idx="21"/>
          </p:nvPr>
        </p:nvSpPr>
        <p:spPr>
          <a:xfrm>
            <a:off x="7968704" y="4278213"/>
            <a:ext cx="8462666" cy="506849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6942385"/>
            <a:ext cx="6951762" cy="1470721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defTabSz="2438339">
              <a:lnSpc>
                <a:spcPct val="80000"/>
              </a:lnSpc>
              <a:defRPr sz="11400" b="1" spc="-228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8716495" y="5038075"/>
            <a:ext cx="6951010" cy="201544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136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8361533"/>
            <a:ext cx="6951762" cy="353411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0"/>
              </a:spcBef>
              <a:buSzTx/>
              <a:buNone/>
              <a:defRPr sz="5400" b="1"/>
            </a:lvl1pPr>
            <a:lvl2pPr marL="0" indent="457200" defTabSz="825500">
              <a:spcBef>
                <a:spcPts val="0"/>
              </a:spcBef>
              <a:buSzTx/>
              <a:buNone/>
              <a:defRPr sz="5400" b="1"/>
            </a:lvl2pPr>
            <a:lvl3pPr marL="0" indent="914400" defTabSz="825500">
              <a:spcBef>
                <a:spcPts val="0"/>
              </a:spcBef>
              <a:buSzTx/>
              <a:buNone/>
              <a:defRPr sz="5400" b="1"/>
            </a:lvl3pPr>
            <a:lvl4pPr marL="0" indent="1371600" defTabSz="825500">
              <a:spcBef>
                <a:spcPts val="0"/>
              </a:spcBef>
              <a:buSzTx/>
              <a:buNone/>
              <a:defRPr sz="5400" b="1"/>
            </a:lvl4pPr>
            <a:lvl5pPr marL="0" indent="1828800" defTabSz="825500">
              <a:spcBef>
                <a:spcPts val="0"/>
              </a:spcBef>
              <a:buSzTx/>
              <a:buNone/>
              <a:defRPr sz="54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sz="quarter" idx="21"/>
          </p:nvPr>
        </p:nvSpPr>
        <p:spPr>
          <a:xfrm>
            <a:off x="11806237" y="4623792"/>
            <a:ext cx="3842704" cy="4472435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89921"/>
            <a:ext cx="3094137" cy="1861189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922096"/>
            <a:ext cx="3094137" cy="1703983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0"/>
              </a:spcBef>
              <a:buSzTx/>
              <a:buNone/>
              <a:defRPr sz="5400" b="1"/>
            </a:lvl1pPr>
            <a:lvl2pPr marL="0" indent="457200" defTabSz="825500">
              <a:spcBef>
                <a:spcPts val="0"/>
              </a:spcBef>
              <a:buSzTx/>
              <a:buNone/>
              <a:defRPr sz="5400" b="1"/>
            </a:lvl2pPr>
            <a:lvl3pPr marL="0" indent="914400" defTabSz="825500">
              <a:spcBef>
                <a:spcPts val="0"/>
              </a:spcBef>
              <a:buSzTx/>
              <a:buNone/>
              <a:defRPr sz="5400" b="1"/>
            </a:lvl3pPr>
            <a:lvl4pPr marL="0" indent="1371600" defTabSz="825500">
              <a:spcBef>
                <a:spcPts val="0"/>
              </a:spcBef>
              <a:buSzTx/>
              <a:buNone/>
              <a:defRPr sz="5400" b="1"/>
            </a:lvl4pPr>
            <a:lvl5pPr marL="0" indent="1828800" defTabSz="825500">
              <a:spcBef>
                <a:spcPts val="0"/>
              </a:spcBef>
              <a:buSzTx/>
              <a:buNone/>
              <a:defRPr sz="54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1804"/>
            <a:ext cx="270807" cy="255058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6951762" cy="453463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6951762" cy="2612254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5588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1pPr>
            <a:lvl2pPr marL="11684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2pPr>
            <a:lvl3pPr marL="17780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3pPr>
            <a:lvl4pPr marL="23876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4pPr>
            <a:lvl5pPr marL="29972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6951762" cy="2612254"/>
          </a:xfrm>
          <a:prstGeom prst="rect">
            <a:avLst/>
          </a:prstGeom>
        </p:spPr>
        <p:txBody>
          <a:bodyPr lIns="16073" tIns="16073" rIns="16073" bIns="16073" numCol="2" spcCol="347588">
            <a:normAutofit/>
          </a:bodyPr>
          <a:lstStyle>
            <a:lvl1pPr marL="5588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1pPr>
            <a:lvl2pPr marL="11684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2pPr>
            <a:lvl3pPr marL="17780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3pPr>
            <a:lvl4pPr marL="23876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4pPr>
            <a:lvl5pPr marL="29972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3094137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3094137" cy="2612450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5588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1pPr>
            <a:lvl2pPr marL="11684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2pPr>
            <a:lvl3pPr marL="17780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3pPr>
            <a:lvl4pPr marL="23876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4pPr>
            <a:lvl5pPr marL="29972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g"/>
          <p:cNvSpPr>
            <a:spLocks noGrp="1"/>
          </p:cNvSpPr>
          <p:nvPr>
            <p:ph type="pic" sz="quarter" idx="22"/>
          </p:nvPr>
        </p:nvSpPr>
        <p:spPr>
          <a:xfrm>
            <a:off x="12192000" y="4559224"/>
            <a:ext cx="3454167" cy="4605557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3094137" cy="454076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8716118" y="6122640"/>
            <a:ext cx="6951764" cy="1470720"/>
          </a:xfrm>
          <a:prstGeom prst="rect">
            <a:avLst/>
          </a:prstGeom>
        </p:spPr>
        <p:txBody>
          <a:bodyPr lIns="16073" tIns="16073" rIns="16073" bIns="16073" anchor="ctr">
            <a:normAutofit/>
          </a:bodyPr>
          <a:lstStyle>
            <a:lvl1pPr defTabSz="2438339">
              <a:lnSpc>
                <a:spcPct val="80000"/>
              </a:lnSpc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1804"/>
            <a:ext cx="270807" cy="255058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6951762" cy="454028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6951762" cy="454076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6951762" cy="2612254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1800"/>
              </a:spcBef>
              <a:buSzTx/>
              <a:buNone/>
              <a:defRPr sz="5400" spc="-53"/>
            </a:lvl1pPr>
            <a:lvl2pPr marL="0" indent="457200" defTabSz="825500">
              <a:spcBef>
                <a:spcPts val="1800"/>
              </a:spcBef>
              <a:buSzTx/>
              <a:buNone/>
              <a:defRPr sz="5400" spc="-53"/>
            </a:lvl2pPr>
            <a:lvl3pPr marL="0" indent="914400" defTabSz="825500">
              <a:spcBef>
                <a:spcPts val="1800"/>
              </a:spcBef>
              <a:buSzTx/>
              <a:buNone/>
              <a:defRPr sz="5400" spc="-53"/>
            </a:lvl3pPr>
            <a:lvl4pPr marL="0" indent="1371600" defTabSz="825500">
              <a:spcBef>
                <a:spcPts val="1800"/>
              </a:spcBef>
              <a:buSzTx/>
              <a:buNone/>
              <a:defRPr sz="5400" spc="-53"/>
            </a:lvl4pPr>
            <a:lvl5pPr marL="0" indent="1828800" defTabSz="825500">
              <a:spcBef>
                <a:spcPts val="1800"/>
              </a:spcBef>
              <a:buSzTx/>
              <a:buNone/>
              <a:defRPr sz="5400" spc="-53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245071"/>
            <a:ext cx="6951762" cy="1225858"/>
          </a:xfrm>
          <a:prstGeom prst="rect">
            <a:avLst/>
          </a:prstGeom>
        </p:spPr>
        <p:txBody>
          <a:bodyPr lIns="16073" tIns="16073" rIns="16073" bIns="16073" anchor="ctr">
            <a:normAutofit/>
          </a:bodyPr>
          <a:lstStyle>
            <a:lvl1pPr marL="0" indent="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5028516"/>
            <a:ext cx="6951762" cy="2291283"/>
          </a:xfrm>
          <a:prstGeom prst="rect">
            <a:avLst/>
          </a:prstGeom>
        </p:spPr>
        <p:txBody>
          <a:bodyPr lIns="16073" tIns="16073" rIns="16073" bIns="16073" anchor="b">
            <a:normAutofit/>
          </a:bodyPr>
          <a:lstStyle>
            <a:lvl1pPr marL="0" indent="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1pPr>
            <a:lvl2pPr marL="0" indent="4572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2pPr>
            <a:lvl3pPr marL="0" indent="9144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3pPr>
            <a:lvl4pPr marL="0" indent="13716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4pPr>
            <a:lvl5pPr marL="0" indent="18288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7302292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algn="ctr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9103249" y="8065866"/>
            <a:ext cx="6391424" cy="201545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136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889327" y="6251088"/>
            <a:ext cx="6605346" cy="1213824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638923" indent="-4699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499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>
            <a:spLocks noGrp="1"/>
          </p:cNvSpPr>
          <p:nvPr>
            <p:ph type="pic" sz="quarter" idx="21"/>
          </p:nvPr>
        </p:nvSpPr>
        <p:spPr>
          <a:xfrm>
            <a:off x="13321158" y="5009554"/>
            <a:ext cx="2353779" cy="188251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5" name="Image"/>
          <p:cNvSpPr>
            <a:spLocks noGrp="1"/>
          </p:cNvSpPr>
          <p:nvPr>
            <p:ph type="pic" sz="quarter" idx="22"/>
          </p:nvPr>
        </p:nvSpPr>
        <p:spPr>
          <a:xfrm>
            <a:off x="12605891" y="5946837"/>
            <a:ext cx="3303092" cy="3844393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6" name="Image"/>
          <p:cNvSpPr>
            <a:spLocks noGrp="1"/>
          </p:cNvSpPr>
          <p:nvPr>
            <p:ph type="pic" sz="quarter" idx="23"/>
          </p:nvPr>
        </p:nvSpPr>
        <p:spPr>
          <a:xfrm>
            <a:off x="8290173" y="4844801"/>
            <a:ext cx="5256015" cy="3942012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>
            <a:spLocks noGrp="1"/>
          </p:cNvSpPr>
          <p:nvPr>
            <p:ph type="pic" sz="quarter" idx="21"/>
          </p:nvPr>
        </p:nvSpPr>
        <p:spPr>
          <a:xfrm>
            <a:off x="7912447" y="2940099"/>
            <a:ext cx="8559106" cy="6847285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5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8037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154823" y="464343"/>
            <a:ext cx="16680658" cy="196453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b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154823" y="3107770"/>
            <a:ext cx="16680658" cy="923329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228258" y="12862766"/>
            <a:ext cx="409779" cy="415875"/>
          </a:xfrm>
          <a:prstGeom prst="rect">
            <a:avLst/>
          </a:prstGeom>
          <a:ln w="3175">
            <a:miter lim="400000"/>
          </a:ln>
        </p:spPr>
        <p:txBody>
          <a:bodyPr wrap="none" lIns="71437" tIns="71437" rIns="71437" bIns="71437">
            <a:spAutoFit/>
          </a:bodyPr>
          <a:lstStyle>
            <a:lvl1pPr algn="r" defTabSz="821531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0" marR="0" indent="2286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0" marR="0" indent="4572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0" marR="0" indent="6858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0" marR="0" indent="9144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0" marR="0" indent="11430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0" marR="0" indent="13716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0" marR="0" indent="16002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0" marR="0" indent="18288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369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813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258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702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2147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591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3036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480777" marR="0" indent="-369277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925277" marR="0" indent="-369277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CE2EC-8817-09DA-F4D9-3965B785D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emester 1…">
            <a:extLst>
              <a:ext uri="{FF2B5EF4-FFF2-40B4-BE49-F238E27FC236}">
                <a16:creationId xmlns:a16="http://schemas.microsoft.com/office/drawing/2014/main" id="{BED86AEB-C01F-1074-A104-274D7B7F7BA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348601" y="9383438"/>
            <a:ext cx="4011269" cy="2309568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/>
              <a:t>Semester </a:t>
            </a:r>
            <a:r>
              <a:rPr lang="en-IE" dirty="0"/>
              <a:t>3</a:t>
            </a:r>
            <a:endParaRPr dirty="0"/>
          </a:p>
          <a:p>
            <a:pPr algn="ctr"/>
            <a:r>
              <a:rPr dirty="0"/>
              <a:t> 202</a:t>
            </a:r>
            <a:r>
              <a:rPr lang="en-IE" dirty="0"/>
              <a:t>6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8CE38-8CA3-BD7F-8003-99AB93F18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646" y="1837284"/>
            <a:ext cx="3497622" cy="5496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46AB51-5134-AAC2-16DC-9DBF1B95B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168" y="1923254"/>
            <a:ext cx="3433699" cy="5410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4480F3-988B-C831-9B2D-64587D9F3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083" y="7833075"/>
            <a:ext cx="3466169" cy="54102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4471745-3A06-BAE1-DD83-801A2931B5CD}"/>
              </a:ext>
            </a:extLst>
          </p:cNvPr>
          <p:cNvSpPr/>
          <p:nvPr/>
        </p:nvSpPr>
        <p:spPr>
          <a:xfrm>
            <a:off x="21871148" y="2922494"/>
            <a:ext cx="2261840" cy="376518"/>
          </a:xfrm>
          <a:prstGeom prst="rect">
            <a:avLst/>
          </a:prstGeom>
          <a:solidFill>
            <a:schemeClr val="bg1"/>
          </a:solidFill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6073" tIns="16073" rIns="16073" bIns="16073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E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E1C910-8FA1-1798-1458-8695AF1A0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58884" y="1084509"/>
            <a:ext cx="11976515" cy="105902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7B4A11-C710-A247-3E92-F22D6B96C3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00" y="1084508"/>
            <a:ext cx="4090995" cy="409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4608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01"/>
          <p:cNvSpPr txBox="1">
            <a:spLocks noGrp="1"/>
          </p:cNvSpPr>
          <p:nvPr>
            <p:ph type="sldNum" sz="quarter" idx="2"/>
          </p:nvPr>
        </p:nvSpPr>
        <p:spPr>
          <a:xfrm>
            <a:off x="23355359" y="12862766"/>
            <a:ext cx="282678" cy="41587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67" name="Semester 2 Assessment Schedule"/>
          <p:cNvSpPr txBox="1">
            <a:spLocks noGrp="1"/>
          </p:cNvSpPr>
          <p:nvPr>
            <p:ph type="title"/>
          </p:nvPr>
        </p:nvSpPr>
        <p:spPr>
          <a:xfrm>
            <a:off x="6744890" y="-778558"/>
            <a:ext cx="16680657" cy="1964533"/>
          </a:xfrm>
          <a:prstGeom prst="rect">
            <a:avLst/>
          </a:prstGeom>
        </p:spPr>
        <p:txBody>
          <a:bodyPr/>
          <a:lstStyle/>
          <a:p>
            <a:r>
              <a:rPr dirty="0"/>
              <a:t>Semester </a:t>
            </a:r>
            <a:r>
              <a:rPr lang="en-IE" dirty="0"/>
              <a:t>3</a:t>
            </a:r>
            <a:r>
              <a:rPr dirty="0"/>
              <a:t> Assessment Schedule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DEA04C-1D52-11D4-95EB-8E24D5958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287" y="2743200"/>
            <a:ext cx="21946563" cy="82677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Weekly Webinar Schedule"/>
          <p:cNvSpPr txBox="1">
            <a:spLocks noGrp="1"/>
          </p:cNvSpPr>
          <p:nvPr>
            <p:ph type="title"/>
          </p:nvPr>
        </p:nvSpPr>
        <p:spPr>
          <a:xfrm>
            <a:off x="2480774" y="-636870"/>
            <a:ext cx="16680657" cy="1964533"/>
          </a:xfrm>
          <a:prstGeom prst="rect">
            <a:avLst/>
          </a:prstGeom>
        </p:spPr>
        <p:txBody>
          <a:bodyPr/>
          <a:lstStyle/>
          <a:p>
            <a:r>
              <a:t>Weekly Webinar Schedule</a:t>
            </a:r>
          </a:p>
        </p:txBody>
      </p:sp>
      <p:sp>
        <p:nvSpPr>
          <p:cNvPr id="171" name="01"/>
          <p:cNvSpPr txBox="1">
            <a:spLocks noGrp="1"/>
          </p:cNvSpPr>
          <p:nvPr>
            <p:ph type="sldNum" sz="quarter" idx="2"/>
          </p:nvPr>
        </p:nvSpPr>
        <p:spPr>
          <a:xfrm>
            <a:off x="23355359" y="12862766"/>
            <a:ext cx="282678" cy="41587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72" name="Rectangle"/>
          <p:cNvSpPr/>
          <p:nvPr/>
        </p:nvSpPr>
        <p:spPr>
          <a:xfrm>
            <a:off x="21060334" y="6695419"/>
            <a:ext cx="1816070" cy="196453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5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CA8406-1275-7E7E-4AE2-E91FEC3C4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04286"/>
            <a:ext cx="21421689" cy="1063061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24383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24383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Custom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Helvetica Neue</vt:lpstr>
      <vt:lpstr>Helvetica Neue Light</vt:lpstr>
      <vt:lpstr>Helvetica Neue Medium</vt:lpstr>
      <vt:lpstr>21_BasicWhite</vt:lpstr>
      <vt:lpstr>PowerPoint Presentation</vt:lpstr>
      <vt:lpstr>Semester 3 Assessment Schedule </vt:lpstr>
      <vt:lpstr>Weekly Webinar Schedule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Siobhan Roche</cp:lastModifiedBy>
  <cp:revision>12</cp:revision>
  <cp:lastPrinted>2024-11-18T12:01:07Z</cp:lastPrinted>
  <dcterms:modified xsi:type="dcterms:W3CDTF">2026-01-14T13:02:39Z</dcterms:modified>
</cp:coreProperties>
</file>