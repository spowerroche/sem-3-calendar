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9" r:id="rId2"/>
    <p:sldId id="257" r:id="rId3"/>
    <p:sldId id="258" r:id="rId4"/>
  </p:sldIdLst>
  <p:sldSz cx="24384000" cy="13716000"/>
  <p:notesSz cx="7104063" cy="10234613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3175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0" d="100"/>
          <a:sy n="50" d="100"/>
        </p:scale>
        <p:origin x="72" y="234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</p:spPr>
        <p:txBody>
          <a:bodyPr lIns="99075" tIns="49538" rIns="99075" bIns="49538"/>
          <a:lstStyle/>
          <a:p>
            <a:endParaRPr/>
          </a:p>
        </p:txBody>
      </p:sp>
      <p:sp>
        <p:nvSpPr>
          <p:cNvPr id="158" name="Shape 158"/>
          <p:cNvSpPr>
            <a:spLocks noGrp="1"/>
          </p:cNvSpPr>
          <p:nvPr>
            <p:ph type="body" sz="quarter" idx="1"/>
          </p:nvPr>
        </p:nvSpPr>
        <p:spPr>
          <a:xfrm>
            <a:off x="947209" y="4861441"/>
            <a:ext cx="5209646" cy="4605576"/>
          </a:xfrm>
          <a:prstGeom prst="rect">
            <a:avLst/>
          </a:prstGeom>
        </p:spPr>
        <p:txBody>
          <a:bodyPr lIns="99075" tIns="49538" rIns="99075" bIns="49538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4486" y="8440620"/>
            <a:ext cx="695176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5502829"/>
            <a:ext cx="6951764" cy="147072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4487" y="6973548"/>
            <a:ext cx="6951763" cy="602755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sz="quarter" idx="21"/>
          </p:nvPr>
        </p:nvSpPr>
        <p:spPr>
          <a:xfrm>
            <a:off x="7968704" y="4278213"/>
            <a:ext cx="8462666" cy="506849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6942385"/>
            <a:ext cx="6951762" cy="147072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8716495" y="5038075"/>
            <a:ext cx="6951010" cy="201544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8361533"/>
            <a:ext cx="6951762" cy="35341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sz="quarter" idx="21"/>
          </p:nvPr>
        </p:nvSpPr>
        <p:spPr>
          <a:xfrm>
            <a:off x="11806237" y="4623792"/>
            <a:ext cx="3842704" cy="44724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89921"/>
            <a:ext cx="3094137" cy="1861189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922096"/>
            <a:ext cx="3094137" cy="1703983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3463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 numCol="2" spcCol="347588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3094137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3094137" cy="261245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sz="quarter" idx="22"/>
          </p:nvPr>
        </p:nvSpPr>
        <p:spPr>
          <a:xfrm>
            <a:off x="12192000" y="4559224"/>
            <a:ext cx="3454167" cy="4605557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3094137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6122640"/>
            <a:ext cx="6951764" cy="1470720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defTabSz="2438339">
              <a:lnSpc>
                <a:spcPct val="80000"/>
              </a:lnSpc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28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245071"/>
            <a:ext cx="6951762" cy="1225858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5028516"/>
            <a:ext cx="6951762" cy="2291283"/>
          </a:xfrm>
          <a:prstGeom prst="rect">
            <a:avLst/>
          </a:prstGeom>
        </p:spPr>
        <p:txBody>
          <a:bodyPr lIns="16073" tIns="16073" rIns="16073" bIns="16073" anchor="b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7302292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algn="ctr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Fact information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9103249" y="8065866"/>
            <a:ext cx="639142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89327" y="6251088"/>
            <a:ext cx="6605346" cy="121382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638923" indent="-469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499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"/>
          <p:cNvSpPr>
            <a:spLocks noGrp="1"/>
          </p:cNvSpPr>
          <p:nvPr>
            <p:ph type="pic" sz="quarter" idx="21"/>
          </p:nvPr>
        </p:nvSpPr>
        <p:spPr>
          <a:xfrm>
            <a:off x="13321158" y="5009554"/>
            <a:ext cx="2353779" cy="188251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Image"/>
          <p:cNvSpPr>
            <a:spLocks noGrp="1"/>
          </p:cNvSpPr>
          <p:nvPr>
            <p:ph type="pic" sz="quarter" idx="22"/>
          </p:nvPr>
        </p:nvSpPr>
        <p:spPr>
          <a:xfrm>
            <a:off x="12605891" y="5946837"/>
            <a:ext cx="3303092" cy="384439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6" name="Image"/>
          <p:cNvSpPr>
            <a:spLocks noGrp="1"/>
          </p:cNvSpPr>
          <p:nvPr>
            <p:ph type="pic" sz="quarter" idx="23"/>
          </p:nvPr>
        </p:nvSpPr>
        <p:spPr>
          <a:xfrm>
            <a:off x="8290173" y="4844801"/>
            <a:ext cx="5256015" cy="394201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mage"/>
          <p:cNvSpPr>
            <a:spLocks noGrp="1"/>
          </p:cNvSpPr>
          <p:nvPr>
            <p:ph type="pic" sz="quarter" idx="21"/>
          </p:nvPr>
        </p:nvSpPr>
        <p:spPr>
          <a:xfrm>
            <a:off x="7912447" y="2940099"/>
            <a:ext cx="8559106" cy="684728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680378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3175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CE2EC-8817-09DA-F4D9-3965B785D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emester 1…">
            <a:extLst>
              <a:ext uri="{FF2B5EF4-FFF2-40B4-BE49-F238E27FC236}">
                <a16:creationId xmlns:a16="http://schemas.microsoft.com/office/drawing/2014/main" id="{BED86AEB-C01F-1074-A104-274D7B7F7BA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348601" y="9383438"/>
            <a:ext cx="4011269" cy="2309568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Semester </a:t>
            </a:r>
            <a:r>
              <a:rPr lang="en-IE" dirty="0"/>
              <a:t>3</a:t>
            </a:r>
            <a:endParaRPr dirty="0"/>
          </a:p>
          <a:p>
            <a:pPr algn="ctr"/>
            <a:r>
              <a:rPr dirty="0"/>
              <a:t> 202</a:t>
            </a:r>
            <a:r>
              <a:rPr lang="en-IE" dirty="0"/>
              <a:t>6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38CE38-8CA3-BD7F-8003-99AB93F18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646" y="1837284"/>
            <a:ext cx="3497622" cy="549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6AB51-5134-AAC2-16DC-9DBF1B95B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5168" y="1923254"/>
            <a:ext cx="3433699" cy="5410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54480F3-988B-C831-9B2D-64587D9F3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083" y="7833075"/>
            <a:ext cx="3466169" cy="541029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4471745-3A06-BAE1-DD83-801A2931B5CD}"/>
              </a:ext>
            </a:extLst>
          </p:cNvPr>
          <p:cNvSpPr/>
          <p:nvPr/>
        </p:nvSpPr>
        <p:spPr>
          <a:xfrm>
            <a:off x="21871148" y="2922494"/>
            <a:ext cx="2261840" cy="376518"/>
          </a:xfrm>
          <a:prstGeom prst="rect">
            <a:avLst/>
          </a:prstGeom>
          <a:solidFill>
            <a:schemeClr val="bg1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6073" tIns="16073" rIns="16073" bIns="16073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IE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E1C910-8FA1-1798-1458-8695AF1A0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58884" y="1084509"/>
            <a:ext cx="11976515" cy="1059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4608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67" name="Semester 2 Assessment Schedule"/>
          <p:cNvSpPr txBox="1">
            <a:spLocks noGrp="1"/>
          </p:cNvSpPr>
          <p:nvPr>
            <p:ph type="title"/>
          </p:nvPr>
        </p:nvSpPr>
        <p:spPr>
          <a:xfrm>
            <a:off x="6744890" y="-778558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rPr dirty="0"/>
              <a:t>Semester </a:t>
            </a:r>
            <a:r>
              <a:rPr lang="en-IE" dirty="0"/>
              <a:t>3</a:t>
            </a:r>
            <a:r>
              <a:rPr dirty="0"/>
              <a:t> Assessment Schedule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DEA04C-1D52-11D4-95EB-8E24D5958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87" y="2743200"/>
            <a:ext cx="21946563" cy="82677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171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17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</p:spPr>
        <p:txBody>
          <a:bodyPr lIns="71437" tIns="71437" rIns="71437" bIns="71437" anchor="ctr"/>
          <a:lstStyle/>
          <a:p>
            <a:pPr defTabSz="821531">
              <a:defRPr sz="5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A8406-1275-7E7E-4AE2-E91FEC3C4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04286"/>
            <a:ext cx="21421689" cy="1063061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Helvetica Neue</vt:lpstr>
      <vt:lpstr>Helvetica Neue Light</vt:lpstr>
      <vt:lpstr>Helvetica Neue Medium</vt:lpstr>
      <vt:lpstr>21_BasicWhite</vt:lpstr>
      <vt:lpstr>PowerPoint Presentation</vt:lpstr>
      <vt:lpstr>Semester 3 Assessment Schedule </vt:lpstr>
      <vt:lpstr>Weekly Webinar Schedule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Siobhan Roche</cp:lastModifiedBy>
  <cp:revision>11</cp:revision>
  <cp:lastPrinted>2024-11-18T12:01:07Z</cp:lastPrinted>
  <dcterms:modified xsi:type="dcterms:W3CDTF">2026-01-14T12:54:58Z</dcterms:modified>
</cp:coreProperties>
</file>